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deck es solo código. Vamos archivo por archivo y método por método explicando qué hace, por qué se hizo así y para qué sirve. Recomendación: tener VS Code al lado abierto en cada archivo mientras se proyecta la diapositiva correspondiente.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Recordatorio del patrón. Insistir: la clase PHP es el cerebro (valida, calcula, guarda); Facturalaya es el cartero hacia SUNAT. La 'regla de oro' (guardar antes de enviar) aparecerá varias veces; anticiparla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cURL en una frase: es la forma en que PHP hace una petición HTTP a otro servidor. El token identifica al emisor ante la API. Lo IMPORTANTE: antes este código vivía dentro de enviar(); lo extrajimos para reutilizarlo. Preguntar a los alumnos: '¿qué pasaría si tuviéramos el cURL copiado en 6 métodos y cambia la URL?' → tendríamos que editar 6 lugares. Eso es lo que evita DRY.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concepto clave de toda la clase: docs_referencia. Explicar con analogía: 'una nota de crédito es como una nota al margen de una factura; si no dices a qué factura te refieres, no sirve'. Resaltar la reutilización de buildPayload(): no reescribimos cómo se calculan ítems e IGV, lo heredamos de la venta. 07 = crédito, 08 = débito; 01 = factura, 03 = boleta.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Palabra nueva para el pizarrón: IDEMPOTENTE = ejecutar muchas veces da el mismo resultado, sin romper. SHOW COLUMNS pregunta si la columna existe; si num_rows es 0, no existe, entonces la crea. Por qué importa: el sistema 'se auto-actualiza' la primera vez que se usa una nota, sin que nadie modifique la base manualmente.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qué static: porque la página (notas.php) los necesita para pintar el &lt;select&gt; sin tener que crear un objeto NotaComprobante. El motivo NO es libre: si mandas un código que no está en el catálogo, SUNAT lo rechaza. Mostrar que motivosDebito() es idéntico en forma pero con el catálogo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serie tiene significado: primera letra/par = sobre qué (Factura/Boleta), y C/D = Crédito/Débito. El correlativo es por serie: la NC de facturas (FC01) tiene su propia numeración, distinta de la NC de boletas (BC01). MAX(correlativo)+1 es el truco simple para 'el siguiente número'.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Principio de seguridad: 'nunca confíes en la entrada del usuario'. Cualquiera puede mandar un POST con datos basura. Por eso validamos todo antes de escribir en la base. status 303 = error (lo entiende el JavaScript y muestra un toastr rojo). Fallar temprano = más fácil de depurar y más seguro.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IGV en Perú es 18%. round(...,2) evita errores de decimales flotantes (12.979999). Importante para la clase: una nota de crédito parcial puede tener menos ítems o menos cantidad que el original; por eso recalculamos, no copiamos el total a ciegas.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conceptos fuertes. (1) Consulta preparada: los datos van por bind_param, no concatenados en el texto SQL; así nadie puede 'inyectar' SQL malicioso. La cadena 'ssiiisddd...' dice el tipo de cada ? en orden: s=string, i=int, d=double/decimal. (2) Transacción: begin → commit/rollback. Si la cabecera se guarda pero el detalle falla, rollback borra todo y no queda una nota a medias. Analogía: como un cajero que registra todo el pedido o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ve la 'regla de oro': el commit ya ocurrió en el paso 3, así que aunque SUNAT o internet fallen, la nota YA está guardada. enviarNota() puede tardar (red). actualizarVenta() escribe el ticket y el estado en la misma fila. Si falló el envío, el estado queda 'pendiente' y luego se puede reintentar con la consulta de 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navegador y PHP están en mundos separados: el JS no puede llamar addRegistro() directamente. Le manda un POST con un campo 'add_nota'; este bloque lo detecta, ejecuta la lógica y devuelve la respuesta como JSON con json_encode. json_decode hace lo contrario: convierte el texto JSON del detalle en un arreglo PHP.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Comunicación asíncrona: SUNAT no dice 'aceptado' al instante; entrega un ticket (como el de una lavandería) y luego consultas ese ticket para saber el resultado (el CDR). Por eso guardamos el ticket al enviar y aquí solo actualizamos estado/mensaje/CDR, dejando el ticket intacto para poder volver a consultar.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perfecto de cómo una REGLA DE NEGOCIO se vuelve un if en el código. SUNAT exige: facturas y notas se anulan con 'comunicación de baja'; las boletas se anulan informándolas en el resumen diario. El alumno debe ver que el código no es arbitrario: refleja la norma.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boletas son de consumo masivo (muchas, montos chicos), así que SUNAT permite informarlas juntas en un resumen diario en vez de una por una. getBoletasPorFecha filtra con DATE(fecha_emision)=? para tomar solo las de ese día. Es el mismo patrón: la clase arma los datos, Facturalaya los envía.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PHP se ejecuta en el servidor y termina; el JavaScript corre después en el navegador. Para que el JS tenga los motivos sin hacer otra llamada, PHP los 'imprime' dentro de una variable JS con json_encode. Es un puente muy común en PHP+JS. Mostrar que window.NOTA_DATA luego lo lee notas.js.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real que vivimos en clase: definí const $ = getElementById, y eso sobrescribió el $ de jQuery, así que $.ajax dejó de funcionar y el detalle no cargaba. Lección práctica de oro: cuidado al reutilizar nombres que ya usa una librería. Lo renombramos a 'el' y funcionó. AJAX = pedir datos al servidor sin recargar la página; con la respuesta (r.detalle) llenamos la tabla.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Desmitificar el QR: no es magia, es una cadena de texto con los datos del comprobante separados por '|', en el orden exacto que pide SUNAT (RUC, tipo, serie, número, IGV, total, fecha, doc del cliente). implode('|', [...]) une el arreglo con barras. Luego una librería JS (qrcodejs por CDN) dibuja esa cadena como código QR. Sin instalar nada en PHP.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recorrido de código. Repasar el mapa: cada archivo tiene una responsabilidad. Y la gran idea: el patrón validar → calcular → guardar (transacción) → enviar → guardar respuesta se repite en notas, baja, resumen y consulta. Si dominan ese patrón, pueden agregar cualquier comprobante nuevo.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389120" cy="438912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EXPLICACIÓN DEL CÓDIGO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 por el código de la clase final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3291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bloque: qué hace · por qué · para qué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crédito/débito · Consulta · Baja · Resumen · Código QR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 EMPEZAR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patrón que repite TODO el código nuevo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331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+ JS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35808" y="2286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355848" y="1920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47288" y="2331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PHP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88736" y="2286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208776" y="1920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41664" y="2286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9061704" y="1920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E2A2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53144" y="2331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→ SUNAT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37490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función nueva encaja en este flujo.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entiendes este camino, entiendes todo el código: el navegador pide, la clase decide y guarda, y la API habla con SUNAT.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 del proyecto: primero guardamos en la base (rápido y seguro), y recién después hablamos con SUNAT (lento, por internet).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FACTURALAYA.PHP · MÉTODO POST()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lugar para hablar con SUNAT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4754880"/>
          </a:xfrm>
          <a:prstGeom prst="roundRect">
            <a:avLst>
              <a:gd name="adj" fmla="val 96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6455664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 único método para TODOS los envíos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function post($apiUrl, $payload): array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$ch = curl_init($apiUrl);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curl_setopt_array($ch, [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CURLOPT_POST =&gt; true,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CURLOPT_HTTPHEADER =&gt; [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'token: '.$this-&gt;emisor['token_cliente']],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CURLOPT_POSTFIELDS =&gt; json_encode($payload),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CURLOPT_RETURNTRANSFER =&gt; true,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$response = curl_exec($ch);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$http = curl_getinfo($ch, CURLINFO_HTTP_CODE);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'success' =&gt; $http &gt;= 200 &amp;&amp; $http &lt; 300,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'ticket'  =&gt; $data['ticket'] ?? null,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'estado_sunat' =&gt; ... ];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934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08976" y="2029968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 los datos en JSON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envía por cURL con el token del emisor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siempre la MISMA respuesta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4078224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90688" y="422452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/ para qué?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08976" y="4645152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DRY: no repetir el cURL 6 veces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Boleta, factura, nota, baja, resumen y consulta lo reutilizan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futuro → un solo lugar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FACTURALAYA.PHP · ENVIARNOTA()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nota = una venta que apunta a otra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4754880"/>
          </a:xfrm>
          <a:prstGeom prst="roundRect">
            <a:avLst>
              <a:gd name="adj" fmla="val 96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6455664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enviarNota($nota, $detalle,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$cliente, $docAfectado)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$esCredito = $nota['tipo'] === 'NOTA_CREDITO';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reutiliza el armado de una venta normal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$payload = $this-&gt;buildPayload($base,$detalle,$cliente);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$payload['cod_tipo_documento'] = $esCredito?'07':'08';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$payload['docs_referencia'] = [[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'cod_tipo_documento' =&gt; $afecta==='FACTURA'?'01':'03',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'serie'  =&gt; $docAfectado['serie'],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'numero' =&gt; (int)$docAfectado['correlativo'],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]];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$payload['cod_tipo_nota_credito'] = $nota['motivo'];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$this-&gt;post($apiUrl, $payload);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934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08976" y="2029968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la nota reutilizando buildPayload()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tipo 07/08 y el motivo SUNAT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docs_referencia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4078224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90688" y="422452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/ para qué?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08976" y="4645152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nota corrige un documento previo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docs_referencia le dice a SUNAT cuál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él, SUNAT RECHAZA la nota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NOTACOMPROBANTE.PHP · ENSURECOLUMNS()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esquema que se arregla solo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4206240"/>
          </a:xfrm>
          <a:prstGeom prst="roundRect">
            <a:avLst>
              <a:gd name="adj" fmla="val 108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6455664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Agrega columnas a 'ventas' SOLO si no existen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function ensureColumns(): void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$cols = [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'id_doc_afectado' =&gt; 'ADD COLUMN id_doc_afectado INT',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'cod_motivo'      =&gt; 'ADD COLUMN cod_motivo VARCHAR(2)',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serie_afectada, correlativo_afectado, ...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foreach ($cols as $name =&gt; $ddl)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$r = $this-&gt;con-&gt;query(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"SHOW COLUMNS FROM ventas LIKE '$name'");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($r &amp;&amp; $r-&gt;num_rows === 0) {   // si NO existe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$this-&gt;con-&gt;query("ALTER TABLE ventas $ddl");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934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08976" y="2029968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si la columna ya existe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falta, la crea con ALTER TABLE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está, no hace nada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4078224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90688" y="422452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/ para qué?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08976" y="4645152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Idempotente: re-ejecutable sin error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alumno no corre SQL a mano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nota necesita columnas extra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NOTACOMPROBANTE.PHP · MOTIVOS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motivos son códigos oficiales, no texto libre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3931920"/>
          </a:xfrm>
          <a:prstGeom prst="roundRect">
            <a:avLst>
              <a:gd name="adj" fmla="val 116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645566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Catálogo 09 de SUNAT (nota de crédito)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function motivosCredito(): array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[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'01' =&gt; 'Anulación de la operación',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'06' =&gt; 'Devolución total',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'09' =&gt; 'Disminución en el valor',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'10' =&gt; 'Otros conceptos',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69080" cy="1819656"/>
          </a:xfrm>
          <a:prstGeom prst="roundRect">
            <a:avLst>
              <a:gd name="adj" fmla="val 351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934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08976" y="2029968"/>
            <a:ext cx="3648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el listado código → texto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static: se usa sin crear objeto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3511296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90688" y="3657600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/ para qué?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08976" y="4078224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SUNAT define qué motivos valen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Llenan el &lt;select&gt; de la página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Débito usa otro catálogo (10)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NOTACOMPROBANTE.PHP · SERIE Y NÚMERO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serie codifica el tipo y lleva su propio número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4572000"/>
          </a:xfrm>
          <a:prstGeom prst="roundRect">
            <a:avLst>
              <a:gd name="adj" fmla="val 1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6455664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function serieNota($tipoNota, $tipoDoc)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$esFactura = $tipoDoc === 'FACTURA';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($tipoNota === 'NOTA_CREDITO')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$esFactura ? 'FC01' : 'BC01';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$esFactura ? 'FD01' : 'BD01';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function getNextCorrelativo($serie): int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$stmt = $this-&gt;con-&gt;prepare(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'SELECT MAX(correlativo) ultimo FROM ventas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WHERE serie = ?');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$stmt-&gt;bind_param('s', $serie);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  return ultimo + 1;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69080" cy="1819656"/>
          </a:xfrm>
          <a:prstGeom prst="roundRect">
            <a:avLst>
              <a:gd name="adj" fmla="val 351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934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08976" y="2029968"/>
            <a:ext cx="3648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serie (FC01/BC01/FD01/BD01)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el siguiente número de esa serie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3511296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90688" y="3657600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/ para qué?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08976" y="4078224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serie dice: tipo de nota + documento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serie numera independiente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MAX(correlativo)+1 = el siguiente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NOTACOMPROBANTE.PHP · ADDREGISTRO() 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1: validar ANTES de tocar la 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4480560"/>
          </a:xfrm>
          <a:prstGeom prst="roundRect">
            <a:avLst>
              <a:gd name="adj" fmla="val 102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6455664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VALIDAR todo lo que llega del navegador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(!in_array($tipoNota,['NOTA_CREDITO','NOTA_DEBITO']))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['status'=&gt;303,'message'=&gt;'Tipo inválido'];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($idDoc &lt;= 0)       return error('Indique el doc.');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($codMotivo === '') return error('Elija un motivo');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(empty($detalle))   return error('Agregue ítems');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$doc = $this-&gt;getDocumentoAfectado($idDoc);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(!$doc)  return error('No existe el comprobante');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($doc['estado']==='ANULADO')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error('Ya está anulado');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934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08976" y="2029968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tipo, documento, motivo, ítems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el documento original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 si algo está mal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4078224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90688" y="422452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/ para qué?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08976" y="4645152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confiar en el navegador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Fallar temprano y con mensaje claro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anular sobre algo ya anulado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NOTACOMPROBANTE.PHP · ADDREGISTRO() 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2: calcular los montos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3291840"/>
          </a:xfrm>
          <a:prstGeom prst="roundRect">
            <a:avLst>
              <a:gd name="adj" fmla="val 138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645566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CALCULAR (el precio es valor de venta sin IGV)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$subtotal = 0;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($detalle as $item)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$subtotal += (float)$item['subtotal'];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$igv   = round($subtotal * 0.18, 2);   // IGV 18%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$total = round($subtotal + $igv, 2);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934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08976" y="2029968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los subtotales de cada ítem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IGV (18%) y total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Redondea a 2 decimales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4078224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90688" y="422452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/ para qué?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08976" y="4645152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monto de la nota = lo que se corrige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round(): evitar 12.979999...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cálculo que una venta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NOTACOMPROBANTE.PHP · ADDREGISTRO() ③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3: guardar con transacción y bind_param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4572000"/>
          </a:xfrm>
          <a:prstGeom prst="roundRect">
            <a:avLst>
              <a:gd name="adj" fmla="val 1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6455664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3) GUARDAR cabecera + detalle (todo o nada)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$this-&gt;con-&gt;begin_transaction();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$stmt = $this-&gt;con-&gt;prepare(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'INSERT INTO ventas (tipo_comprobante, serie,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correlativo, ...) VALUES (?, ?, ?, ...)');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$stmt-&gt;bind_param('ssiiisddd...',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$tipoNota, $serie, $correlativo, ...);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$stmt-&gt;execute();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 insertar cada línea del detalle ...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$this-&gt;con-&gt;commit();      // confirma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(Exception $e)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$this-&gt;con-&gt;rollback();    // deshace TODO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69080" cy="1819656"/>
          </a:xfrm>
          <a:prstGeom prst="roundRect">
            <a:avLst>
              <a:gd name="adj" fmla="val 351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934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bind_param('ssi…')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08976" y="2029968"/>
            <a:ext cx="3648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string   i = entero   d = decimal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de letras = orden de los 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3483864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90688" y="363016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/ para qué?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08976" y="4050792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preparada → anti inyección SQL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→ cabecera y detalle juntas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si algo falla a la mitad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NOTACOMPROBANTE.PHP · ADDREGISTRO() ④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4 y 5: enviar a SUNAT y guardar la respuesta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3657600"/>
          </a:xfrm>
          <a:prstGeom prst="roundRect">
            <a:avLst>
              <a:gd name="adj" fmla="val 125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6455664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4) ENVIAR a SUNAT — FUERA de la transacción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$facturalaya = new Facturalaya();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$resultado = $facturalaya-&gt;enviarNota(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$notaData, $detalleSunat, $cliente, $docAfectado);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5) GUARDAR ticket / estado / CDR en la fila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$facturalaya-&gt;actualizarVenta($idNota, $resultado);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69080" cy="1819656"/>
          </a:xfrm>
          <a:prstGeom prst="roundRect">
            <a:avLst>
              <a:gd name="adj" fmla="val 351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934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08976" y="2029968"/>
            <a:ext cx="3648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la API con los datos de la nota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lo que SUNAT devuelve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3511296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90688" y="3657600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/ para qué?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08976" y="4078224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YA pasó → el dato está a salvo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red falla, la nota no se pierde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'pendiente' para reintentar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NOTACOMPROBANTE.PHP · HANDLERS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puente entre el JavaScript y la clase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3749040"/>
          </a:xfrm>
          <a:prstGeom prst="roundRect">
            <a:avLst>
              <a:gd name="adj" fmla="val 122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6455664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 ejecuta cuando el navegador hace POST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(isset($_POST['add_nota']))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$n = new NotaComprobante();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json_encode($n-&gt;addRegistro([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'id_doc_afectado' =&gt; $_POST['id_doc_afectado'],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'tipo_nota'       =&gt; $_POST['tipo_nota'],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'cod_motivo'      =&gt; $_POST['cod_motivo'],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'detalle' =&gt; json_decode($_POST['detalle'], true),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934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08976" y="2029968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la acción 'add_nota'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objeto y ejecuta la lógica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con JSON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4078224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90688" y="422452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/ para qué?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08976" y="4645152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JS no llama métodos PHP directo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por HTTP (POST) y recibe JSON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json_encode = traducir PHP → JSON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VENTA.PHP · CONSULTARESTADOSUNAT()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Preguntar a SUNAT por el ticket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3931920"/>
          </a:xfrm>
          <a:prstGeom prst="roundRect">
            <a:avLst>
              <a:gd name="adj" fmla="val 116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645566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$res = $f-&gt;consultarEstado($row['sunat_ticket']);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actualiza SOLO estado/mensaje/CDR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(NO toca el ticket: lo seguimos necesitando)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$up = $this-&gt;con-&gt;prepare(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'UPDATE ventas SET sunat_estado = ?,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sunat_mensaje = ?, sunat_cdr = ?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id = ?');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$up-&gt;bind_param('sssi', $estado, $msg, $cdr, $id);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$up-&gt;execute();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934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08976" y="2029968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el ticket guardado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 SUNAT su resultado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el estado en la base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4078224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90688" y="422452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/ para qué?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08976" y="4645152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SUNAT responde asíncrono (con ticket)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real llega después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tocamos el ticket: sirve para reconsultar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VENTA.PHP · DELETEREGISTRO()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baja decide el camino según el tipo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4206240"/>
          </a:xfrm>
          <a:prstGeom prst="roundRect">
            <a:avLst>
              <a:gd name="adj" fmla="val 108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6455664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Factura y notas → comunicación de baja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(in_array($doc['tipo_comprobante'],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['FACTURA','NOTA_CREDITO','NOTA_DEBITO']))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$res = $f-&gt;enviarBaja($doc, $motivoTxt);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$sunatEstado = $res['success'] ? 'baja'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: 'pendiente';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Boleta → se anula en el resumen diario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$sunatMsg = 'Informar en el resumen diario';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luego: UPDATE ventas SET estado='ANULADO' ...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934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08976" y="2029968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el tipo de comprobante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Factura/nota: comunicación de baja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Boleta: marca para el resumen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4078224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90688" y="422452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/ para qué?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08976" y="4645152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regla de SUNAT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boletas NO se dan de baja una a una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if traduce la regla a código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RESUMENDIARIO.PHP · ENVIAR()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Juntar las boletas del día en un solo envío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3931920"/>
          </a:xfrm>
          <a:prstGeom prst="roundRect">
            <a:avLst>
              <a:gd name="adj" fmla="val 116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645566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enviar($fecha): array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todas las boletas de esa fecha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$boletas = $this-&gt;getBoletasPorFecha($fecha);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(empty($boletas))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error('No hay boletas en esa fecha');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$f = new Facturalaya();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$f-&gt;enviarResumen($fecha, $boletas);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69080" cy="1819656"/>
          </a:xfrm>
          <a:prstGeom prst="roundRect">
            <a:avLst>
              <a:gd name="adj" fmla="val 351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934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08976" y="2029968"/>
            <a:ext cx="3648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las boletas de la fecha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manda a SUNAT en un solo resumen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3511296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90688" y="3657600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/ para qué?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08976" y="4078224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Boletas = consumo masivo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reportan agrupadas, no una a una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getBoletasPorFecha usa DATE(fecha)=?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NOTAS.PHP · PASAR DATOS A JAVASCRIPT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sabe los motivos; el JS los necesita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4023360"/>
          </a:xfrm>
          <a:prstGeom prst="roundRect">
            <a:avLst>
              <a:gd name="adj" fmla="val 113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645566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$mc = NotaComprobante::motivosCredito(); ?&gt;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window.NOTA_DATA =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motivos: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NOTA_CREDITO: &lt;?= json_encode($mc) ?&gt;,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NOTA_DEBITO:  &lt;?= json_encode($md) ?&gt;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idUsuario: &lt;?= $idusuario ?&gt;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69080" cy="1819656"/>
          </a:xfrm>
          <a:prstGeom prst="roundRect">
            <a:avLst>
              <a:gd name="adj" fmla="val 351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934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08976" y="2029968"/>
            <a:ext cx="3648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los motivos desde la clase PHP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inyecta en una variable JS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3511296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90688" y="3657600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/ para qué?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08976" y="4078224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corre en el servidor, JS en el navegador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json_encode los 'traduce' a JS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el &lt;select&gt; se llena sin otra petición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NOTAS.JS · CARGAR DETALLE + UNA TRAMPA REAL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AJAX para precargar, y un bug de nombres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4572000"/>
          </a:xfrm>
          <a:prstGeom prst="roundRect">
            <a:avLst>
              <a:gd name="adj" fmla="val 1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6455664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helper de DOM — OJO con el nombre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 = (id) =&gt; document.getElementById(id);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si lo llamas $ , choca con jQuery $.ajax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loadDocumento(id)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$.ajax({ url: NOTA_URL, method: 'POST',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{ get_documento_afectado: 1, id: id },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success: function (r)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detalleItems = r.detalle.map(d =&gt; ({...}));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renderDetalle();   // pinta la tabla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69080" cy="1819656"/>
          </a:xfrm>
          <a:prstGeom prst="roundRect">
            <a:avLst>
              <a:gd name="adj" fmla="val 351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934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08976" y="2029968"/>
            <a:ext cx="3648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el detalle del comprobante por AJAX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precarga en la tabla editable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3511296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90688" y="3657600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lección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08976" y="4078224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Nombré un helper '$' y pisó a jQuery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$.ajax dejó de existir → error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renombrar a 'el'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PRINT_VENTA.PHP · CÓDIGO QR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QR es una cadena de datos dibujada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858000" cy="4206240"/>
          </a:xfrm>
          <a:prstGeom prst="roundRect">
            <a:avLst>
              <a:gd name="adj" fmla="val 108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6455664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PHP: arma la cadena que exige SUNAT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$qrData = implode('|', [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$ruc, $tipoDoc, $serie, $numero,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$igv, $total, $fecha,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$tipoDocCliente, $numDocCliente ]);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JS: la dibuja como QR (librería por CDN)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QRCode(document.getElementById('qrcode'),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text: "&lt;?= $qrData ?&gt;",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width: 120, height: 120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69080" cy="1819656"/>
          </a:xfrm>
          <a:prstGeom prst="roundRect">
            <a:avLst>
              <a:gd name="adj" fmla="val 351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934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08976" y="2029968"/>
            <a:ext cx="3648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los datos clave con '|'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qrcodejs convierte el texto en QR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3511296"/>
            <a:ext cx="4069080" cy="2386584"/>
          </a:xfrm>
          <a:prstGeom prst="roundRect">
            <a:avLst>
              <a:gd name="adj" fmla="val 26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90688" y="3657600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/ para qué?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08976" y="4078224"/>
            <a:ext cx="3648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impresa verificable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campos definido por SUNAT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librerías PHP: todo en el navegador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 DEL CÓDIGO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vive cada cosa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10972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NotaComprobante.php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toda la lógica de la nota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Facturalaya.php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envío a SUNAT (post, enviarNota, baja, resumen, consulta)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Venta.php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consulta de estado y baja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ResumenDiario.php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resumen de boletas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notas.php / notas.js / print_venta.php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la cara visible (formulario, AJAX, QR)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que se llevan: el mismo patrón (validar → guardar → enviar) resuelve TODO.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Explicación del Código — Clase Final</dc:title>
  <dc:subject>PptxGenJS Presentation</dc:subject>
  <dc:creator>CETI</dc:creator>
  <cp:lastModifiedBy>CETI</cp:lastModifiedBy>
  <cp:revision>1</cp:revision>
  <dcterms:created xsi:type="dcterms:W3CDTF">2026-06-25T00:04:45Z</dcterms:created>
  <dcterms:modified xsi:type="dcterms:W3CDTF">2026-06-25T00:04:45Z</dcterms:modified>
</cp:coreProperties>
</file>